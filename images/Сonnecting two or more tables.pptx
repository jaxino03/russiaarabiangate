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78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33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58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77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25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13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44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37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29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12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91B26-DC72-4537-B407-63A6C660C03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D65FF-8340-4ACE-83C5-CB17B6B13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55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en-US" dirty="0" err="1" smtClean="0"/>
              <a:t>onnecting</a:t>
            </a:r>
            <a:r>
              <a:rPr lang="en-US" dirty="0" smtClean="0"/>
              <a:t> two or more tables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01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63611" y="228248"/>
            <a:ext cx="115906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smtClean="0"/>
              <a:t>Different types of SQL connections</a:t>
            </a:r>
            <a:endParaRPr lang="ru-RU" sz="2400" b="1" u="sng" dirty="0" smtClean="0"/>
          </a:p>
          <a:p>
            <a:pPr algn="ctr"/>
            <a:endParaRPr lang="en-US" sz="2400" b="1" u="sng" dirty="0" smtClean="0"/>
          </a:p>
          <a:p>
            <a:r>
              <a:rPr lang="en-US" sz="2400" dirty="0" smtClean="0"/>
              <a:t>Here are the different types of joins in SQL:</a:t>
            </a:r>
          </a:p>
          <a:p>
            <a:endParaRPr lang="en-US" sz="2400" dirty="0" smtClean="0"/>
          </a:p>
          <a:p>
            <a:r>
              <a:rPr lang="en-US" sz="2400" dirty="0" smtClean="0"/>
              <a:t>JOIN : Returns records that have matching values ​​in both tables</a:t>
            </a:r>
          </a:p>
          <a:p>
            <a:r>
              <a:rPr lang="en-US" sz="2400" dirty="0" smtClean="0"/>
              <a:t>LEFT JOIN : Returns all records from the left table and matching records from the right table</a:t>
            </a:r>
          </a:p>
          <a:p>
            <a:r>
              <a:rPr lang="en-US" sz="2400" dirty="0" smtClean="0"/>
              <a:t>RIGHT JOIN : Returns all records from the right table and matching records from the left table</a:t>
            </a:r>
          </a:p>
          <a:p>
            <a:r>
              <a:rPr lang="en-US" sz="2400" dirty="0" smtClean="0"/>
              <a:t>FULL JOIN : Returns all records if there is a match in either the left or right table.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78" y="3855308"/>
            <a:ext cx="11371670" cy="226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8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9026" y="324533"/>
            <a:ext cx="1110460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We can then create the following SQL statement (containing an inner join) that selects records that have matching values ​​in both tables: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SELECT </a:t>
            </a:r>
            <a:r>
              <a:rPr lang="en-US" sz="3200" dirty="0" err="1" smtClean="0"/>
              <a:t>column_name</a:t>
            </a:r>
            <a:r>
              <a:rPr lang="en-US" sz="3200" dirty="0" smtClean="0"/>
              <a:t>(s)</a:t>
            </a:r>
          </a:p>
          <a:p>
            <a:r>
              <a:rPr lang="en-US" sz="3200" dirty="0" smtClean="0"/>
              <a:t>FROM table1</a:t>
            </a:r>
          </a:p>
          <a:p>
            <a:r>
              <a:rPr lang="en-US" sz="3200" dirty="0" smtClean="0"/>
              <a:t>JOIN table2</a:t>
            </a:r>
          </a:p>
          <a:p>
            <a:r>
              <a:rPr lang="en-US" sz="3200" dirty="0" smtClean="0"/>
              <a:t>ON table1.column_name = table2.column_name;</a:t>
            </a:r>
            <a:endParaRPr lang="en-US" sz="3200" dirty="0"/>
          </a:p>
          <a:p>
            <a:endParaRPr lang="en-US" sz="3200" dirty="0" smtClean="0"/>
          </a:p>
          <a:p>
            <a:r>
              <a:rPr lang="en-US" sz="3200" dirty="0" smtClean="0"/>
              <a:t>SELECT</a:t>
            </a:r>
            <a:r>
              <a:rPr lang="en-US" sz="3200" dirty="0"/>
              <a:t> </a:t>
            </a:r>
            <a:r>
              <a:rPr lang="en-US" sz="3200" dirty="0" err="1"/>
              <a:t>Orders.OrderID</a:t>
            </a:r>
            <a:r>
              <a:rPr lang="en-US" sz="3200" dirty="0"/>
              <a:t>, </a:t>
            </a:r>
            <a:r>
              <a:rPr lang="en-US" sz="3200" dirty="0" err="1"/>
              <a:t>Customers.CustomerName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FROM Orders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JOIN</a:t>
            </a:r>
            <a:r>
              <a:rPr lang="en-US" sz="3200" dirty="0"/>
              <a:t> Customers ON </a:t>
            </a:r>
            <a:r>
              <a:rPr lang="en-US" sz="3200" dirty="0" err="1"/>
              <a:t>Orders.CustomerID</a:t>
            </a:r>
            <a:r>
              <a:rPr lang="en-US" sz="3200" dirty="0"/>
              <a:t> = </a:t>
            </a:r>
            <a:r>
              <a:rPr lang="en-US" sz="3200" dirty="0" err="1"/>
              <a:t>Customers.CustomerID</a:t>
            </a:r>
            <a:r>
              <a:rPr lang="en-US" sz="3200" dirty="0"/>
              <a:t>;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5836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9513" y="248848"/>
            <a:ext cx="1138469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SELECT </a:t>
            </a:r>
            <a:r>
              <a:rPr lang="en-US" sz="3200" dirty="0" err="1" smtClean="0"/>
              <a:t>column_name</a:t>
            </a:r>
            <a:r>
              <a:rPr lang="en-US" sz="3200" dirty="0" smtClean="0"/>
              <a:t>(s) FROM table1</a:t>
            </a:r>
          </a:p>
          <a:p>
            <a:r>
              <a:rPr lang="en-US" sz="3200" dirty="0" smtClean="0"/>
              <a:t>UNION</a:t>
            </a:r>
          </a:p>
          <a:p>
            <a:r>
              <a:rPr lang="en-US" sz="3200" dirty="0" smtClean="0"/>
              <a:t>SELECT </a:t>
            </a:r>
            <a:r>
              <a:rPr lang="en-US" sz="3200" dirty="0" err="1" smtClean="0"/>
              <a:t>column_name</a:t>
            </a:r>
            <a:r>
              <a:rPr lang="en-US" sz="3200" dirty="0" smtClean="0"/>
              <a:t>(s) FROM table2;</a:t>
            </a:r>
          </a:p>
          <a:p>
            <a:endParaRPr lang="en-US" sz="3200" dirty="0"/>
          </a:p>
          <a:p>
            <a:r>
              <a:rPr lang="en-US" sz="3200" dirty="0" smtClean="0"/>
              <a:t>The UNION operator is used to combine the result set of two or more SELECT statements.</a:t>
            </a:r>
          </a:p>
          <a:p>
            <a:endParaRPr lang="en-US" sz="3200" dirty="0" smtClean="0"/>
          </a:p>
          <a:p>
            <a:r>
              <a:rPr lang="en-US" sz="3200" dirty="0" smtClean="0"/>
              <a:t>Each SELECT statement in a UNION must have the same number of columns.</a:t>
            </a:r>
          </a:p>
          <a:p>
            <a:r>
              <a:rPr lang="en-US" sz="3200" dirty="0" smtClean="0"/>
              <a:t>The columns must also have similar data types.</a:t>
            </a:r>
          </a:p>
          <a:p>
            <a:r>
              <a:rPr lang="en-US" sz="3200" dirty="0" smtClean="0"/>
              <a:t>The columns in each SELECT statement must also be in the same order.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4389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849" y="179340"/>
            <a:ext cx="1154944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EXISTS operator</a:t>
            </a:r>
          </a:p>
          <a:p>
            <a:r>
              <a:rPr lang="en-US" sz="2800" dirty="0" smtClean="0"/>
              <a:t>The EXISTS operator is used to check if any record exists in a subquery.</a:t>
            </a:r>
          </a:p>
          <a:p>
            <a:endParaRPr lang="en-US" sz="2800" dirty="0" smtClean="0"/>
          </a:p>
          <a:p>
            <a:r>
              <a:rPr lang="en-US" sz="2800" dirty="0" smtClean="0"/>
              <a:t>The EXISTS operator returns true if the subquery returns one or more records.</a:t>
            </a:r>
          </a:p>
          <a:p>
            <a:endParaRPr lang="en-US" sz="2800" dirty="0"/>
          </a:p>
          <a:p>
            <a:r>
              <a:rPr lang="en-US" sz="2800" dirty="0"/>
              <a:t>SELECT </a:t>
            </a:r>
            <a:r>
              <a:rPr lang="en-US" sz="2800" i="1" dirty="0" err="1"/>
              <a:t>column_name</a:t>
            </a:r>
            <a:r>
              <a:rPr lang="en-US" sz="2800" i="1" dirty="0"/>
              <a:t>(s)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>FROM </a:t>
            </a:r>
            <a:r>
              <a:rPr lang="en-US" sz="2800" i="1" dirty="0" err="1"/>
              <a:t>table_name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>WHERE EXISTS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>(SELECT </a:t>
            </a:r>
            <a:r>
              <a:rPr lang="en-US" sz="2800" i="1" dirty="0" err="1"/>
              <a:t>column_name</a:t>
            </a:r>
            <a:r>
              <a:rPr lang="en-US" sz="2800" i="1" dirty="0"/>
              <a:t> </a:t>
            </a:r>
            <a:r>
              <a:rPr lang="en-US" sz="2800" dirty="0"/>
              <a:t>FROM </a:t>
            </a:r>
            <a:r>
              <a:rPr lang="en-US" sz="2800" i="1" dirty="0" err="1"/>
              <a:t>table_name</a:t>
            </a:r>
            <a:r>
              <a:rPr lang="en-US" sz="2800" dirty="0"/>
              <a:t> WHERE </a:t>
            </a:r>
            <a:r>
              <a:rPr lang="en-US" sz="2800" i="1" dirty="0"/>
              <a:t>condition</a:t>
            </a:r>
            <a:r>
              <a:rPr lang="en-US" sz="2800" dirty="0" smtClean="0"/>
              <a:t>);</a:t>
            </a:r>
          </a:p>
          <a:p>
            <a:endParaRPr lang="en-US" sz="2800" dirty="0"/>
          </a:p>
          <a:p>
            <a:r>
              <a:rPr lang="en-US" sz="2800" dirty="0"/>
              <a:t>SELECT </a:t>
            </a:r>
            <a:r>
              <a:rPr lang="en-US" sz="2800" dirty="0" err="1"/>
              <a:t>SupplierName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>FROM Suppliers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>WHERE EXISTS (SELECT </a:t>
            </a:r>
            <a:r>
              <a:rPr lang="en-US" sz="2800" dirty="0" err="1"/>
              <a:t>ProductName</a:t>
            </a:r>
            <a:r>
              <a:rPr lang="en-US" sz="2800" dirty="0"/>
              <a:t> FROM Products WHERE </a:t>
            </a:r>
            <a:r>
              <a:rPr lang="en-US" sz="2800" dirty="0" err="1"/>
              <a:t>Products.SupplierID</a:t>
            </a:r>
            <a:r>
              <a:rPr lang="en-US" sz="2800" dirty="0"/>
              <a:t> = </a:t>
            </a:r>
            <a:r>
              <a:rPr lang="en-US" sz="2800" dirty="0" err="1"/>
              <a:t>Suppliers.supplierID</a:t>
            </a:r>
            <a:r>
              <a:rPr lang="en-US" sz="2800" dirty="0"/>
              <a:t> AND Price &lt; 20);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9807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9471" y="117693"/>
            <a:ext cx="1167301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SQL Operators ANY and ALL</a:t>
            </a:r>
          </a:p>
          <a:p>
            <a:r>
              <a:rPr lang="en-US" sz="2400" dirty="0" err="1" smtClean="0"/>
              <a:t>ANYThe</a:t>
            </a:r>
            <a:r>
              <a:rPr lang="en-US" sz="2400" dirty="0" smtClean="0"/>
              <a:t> and operators </a:t>
            </a:r>
            <a:r>
              <a:rPr lang="en-US" sz="2400" dirty="0" err="1" smtClean="0"/>
              <a:t>ALLallow</a:t>
            </a:r>
            <a:r>
              <a:rPr lang="en-US" sz="2400" dirty="0" smtClean="0"/>
              <a:t> you to perform comparisons between the value of one column and a range of other values.</a:t>
            </a:r>
          </a:p>
          <a:p>
            <a:endParaRPr lang="en-US" sz="2400" dirty="0" smtClean="0"/>
          </a:p>
          <a:p>
            <a:r>
              <a:rPr lang="en-US" sz="2400" dirty="0" smtClean="0"/>
              <a:t>SQL ANY Operator</a:t>
            </a:r>
          </a:p>
          <a:p>
            <a:r>
              <a:rPr lang="en-US" sz="2400" dirty="0" smtClean="0"/>
              <a:t>Operator ANY:</a:t>
            </a:r>
          </a:p>
          <a:p>
            <a:endParaRPr lang="en-US" sz="2400" dirty="0" smtClean="0"/>
          </a:p>
          <a:p>
            <a:r>
              <a:rPr lang="en-US" sz="2400" dirty="0" smtClean="0"/>
              <a:t>returns a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value as a result</a:t>
            </a:r>
          </a:p>
          <a:p>
            <a:r>
              <a:rPr lang="en-US" sz="2400" dirty="0" smtClean="0"/>
              <a:t>returns TRUE if ANY of the subquery values ​​satisfies the condition</a:t>
            </a:r>
          </a:p>
          <a:p>
            <a:r>
              <a:rPr lang="en-US" sz="2400" dirty="0" err="1" smtClean="0"/>
              <a:t>ANYmeans</a:t>
            </a:r>
            <a:r>
              <a:rPr lang="en-US" sz="2400" dirty="0" smtClean="0"/>
              <a:t> that the condition will be met if the operation is performed on any of the values ​​in the range.</a:t>
            </a:r>
          </a:p>
          <a:p>
            <a:endParaRPr lang="en-US" sz="2400" dirty="0"/>
          </a:p>
          <a:p>
            <a:r>
              <a:rPr lang="en-US" sz="2400" dirty="0"/>
              <a:t>SELECT </a:t>
            </a:r>
            <a:r>
              <a:rPr lang="en-US" sz="2400" i="1" dirty="0" err="1"/>
              <a:t>column_name</a:t>
            </a:r>
            <a:r>
              <a:rPr lang="en-US" sz="2400" i="1" dirty="0"/>
              <a:t>(s)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>FROM </a:t>
            </a:r>
            <a:r>
              <a:rPr lang="en-US" sz="2400" i="1" dirty="0" err="1"/>
              <a:t>table_name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>WHERE </a:t>
            </a:r>
            <a:r>
              <a:rPr lang="en-US" sz="2400" i="1" dirty="0" err="1"/>
              <a:t>оператор</a:t>
            </a:r>
            <a:r>
              <a:rPr lang="en-US" sz="2400" i="1" dirty="0"/>
              <a:t> </a:t>
            </a:r>
            <a:r>
              <a:rPr lang="en-US" sz="2400" i="1" dirty="0" err="1"/>
              <a:t>column_name</a:t>
            </a:r>
            <a:r>
              <a:rPr lang="en-US" sz="2400" dirty="0"/>
              <a:t> ANY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>  (SELECT </a:t>
            </a:r>
            <a:r>
              <a:rPr lang="en-US" sz="2400" i="1" dirty="0" err="1"/>
              <a:t>column_name</a:t>
            </a:r>
            <a:r>
              <a:rPr lang="en-US" sz="2400" i="1" dirty="0"/>
              <a:t/>
            </a:r>
            <a:br>
              <a:rPr lang="en-US" sz="2400" i="1" dirty="0"/>
            </a:br>
            <a:r>
              <a:rPr lang="en-US" sz="2400" i="1" dirty="0"/>
              <a:t>  </a:t>
            </a:r>
            <a:r>
              <a:rPr lang="en-US" sz="2400" dirty="0"/>
              <a:t>FROM </a:t>
            </a:r>
            <a:r>
              <a:rPr lang="en-US" sz="2400" i="1" dirty="0" err="1"/>
              <a:t>table_name</a:t>
            </a:r>
            <a:r>
              <a:rPr lang="en-US" sz="2400" i="1" dirty="0"/>
              <a:t/>
            </a:r>
            <a:br>
              <a:rPr lang="en-US" sz="2400" i="1" dirty="0"/>
            </a:br>
            <a:r>
              <a:rPr lang="en-US" sz="2400" i="1" dirty="0"/>
              <a:t>  </a:t>
            </a:r>
            <a:r>
              <a:rPr lang="en-US" sz="2400" dirty="0"/>
              <a:t>WHERE </a:t>
            </a:r>
            <a:r>
              <a:rPr lang="en-US" sz="2400" i="1" dirty="0"/>
              <a:t>condition</a:t>
            </a:r>
            <a:r>
              <a:rPr lang="en-US" sz="2400" dirty="0"/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35245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297</Words>
  <Application>Microsoft Office PowerPoint</Application>
  <PresentationFormat>Широкоэкранный</PresentationFormat>
  <Paragraphs>45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Сonnecting two or more tables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Сonnecting two or more tables</dc:title>
  <dc:creator>Пользователь Windows</dc:creator>
  <cp:lastModifiedBy>Пользователь Windows</cp:lastModifiedBy>
  <cp:revision>2</cp:revision>
  <dcterms:created xsi:type="dcterms:W3CDTF">2025-12-08T18:51:33Z</dcterms:created>
  <dcterms:modified xsi:type="dcterms:W3CDTF">2025-12-08T18:53:36Z</dcterms:modified>
</cp:coreProperties>
</file>